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9D7B26C5-4107-4FEC-AEDC-1716B250EE53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14600"/>
            <a:ext cx="9280282" cy="2103120"/>
          </a:xfrm>
        </p:spPr>
        <p:txBody>
          <a:bodyPr lIns="0" tIns="0" rIns="0" bIns="0" anchor="t"/>
          <a:lstStyle>
            <a:lvl1pPr marL="0" indent="0" algn="l">
              <a:lnSpc>
                <a:spcPct val="92000"/>
              </a:lnSpc>
              <a:spcBef>
                <a:spcPts val="0"/>
              </a:spcBef>
              <a:buNone/>
              <a:defRPr sz="4600" b="1" spc="-80">
                <a:solidFill>
                  <a:srgbClr val="0A0A0A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754880"/>
            <a:ext cx="10545775" cy="1188720"/>
          </a:xfrm>
        </p:spPr>
        <p:txBody>
          <a:bodyPr lIns="0" tIns="0" rIns="0" bIns="0" anchor="t"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000" b="0" spc="0">
                <a:solidFill>
                  <a:srgbClr val="0A0A0A"/>
                </a:solidFill>
                <a:latin typeface="Arial"/>
              </a:defRPr>
            </a:lvl1pPr>
            <a:lvl2pPr marL="0" indent="0" algn="l">
              <a:spcBef>
                <a:spcPts val="600"/>
              </a:spcBef>
              <a:buNone/>
              <a:defRPr sz="1200" b="0" spc="0">
                <a:solidFill>
                  <a:srgbClr val="6F6F6F"/>
                </a:solidFill>
                <a:latin typeface="Arial"/>
              </a:defRPr>
            </a:lvl2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Kicker"/>
          <p:cNvSpPr>
            <a:spLocks noGrp="1"/>
          </p:cNvSpPr>
          <p:nvPr>
            <p:ph type="body" sz="quarter" idx="13"/>
          </p:nvPr>
        </p:nvSpPr>
        <p:spPr>
          <a:xfrm>
            <a:off x="822960" y="2103120"/>
            <a:ext cx="10545775" cy="274320"/>
          </a:xfrm>
        </p:spPr>
        <p:txBody>
          <a:bodyPr lIns="0" tIns="0" rIns="0" bIns="0" anchor="b"/>
          <a:lstStyle>
            <a:lvl1pPr marL="0" indent="0" algn="l">
              <a:spcBef>
                <a:spcPts val="0"/>
              </a:spcBef>
              <a:buNone/>
              <a:defRPr sz="1100" b="1" spc="300" cap="all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Kicker</a:t>
            </a:r>
          </a:p>
        </p:txBody>
      </p:sp>
      <p:pic>
        <p:nvPicPr>
          <p:cNvPr id="5" name="Logo uni-freiburg-wordmark" descr="Logo uni-freiburg-word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32230"/>
            <a:ext cx="2694316" cy="330098"/>
          </a:xfrm>
          <a:prstGeom prst="rect">
            <a:avLst/>
          </a:prstGeom>
        </p:spPr>
      </p:pic>
      <p:pic>
        <p:nvPicPr>
          <p:cNvPr id="6" name="Logo enzymeml-logo" descr="Logo enzymeml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050" y="662940"/>
            <a:ext cx="104133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22960"/>
            <a:ext cx="10545775" cy="548640"/>
          </a:xfrm>
        </p:spPr>
        <p:txBody>
          <a:bodyPr lIns="0" tIns="0" rIns="0" bIns="0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11680"/>
            <a:ext cx="10545775" cy="3749039"/>
          </a:xfrm>
        </p:spPr>
        <p:txBody>
          <a:bodyPr lIns="0" tIns="0" rIns="0" bIns="0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Kicker"/>
          <p:cNvSpPr>
            <a:spLocks noGrp="1"/>
          </p:cNvSpPr>
          <p:nvPr>
            <p:ph type="body" sz="quarter" idx="13"/>
          </p:nvPr>
        </p:nvSpPr>
        <p:spPr>
          <a:xfrm>
            <a:off x="822960" y="502920"/>
            <a:ext cx="10545775" cy="274320"/>
          </a:xfrm>
        </p:spPr>
        <p:txBody>
          <a:bodyPr lIns="0" tIns="0" rIns="0" bIns="0" anchor="b"/>
          <a:lstStyle>
            <a:lvl1pPr marL="0" indent="0" algn="l">
              <a:spcBef>
                <a:spcPts val="0"/>
              </a:spcBef>
              <a:buNone/>
              <a:defRPr sz="1100" b="1" spc="300" cap="all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Kicker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sz="quarter" idx="15"/>
          </p:nvPr>
        </p:nvSpPr>
        <p:spPr>
          <a:xfrm>
            <a:off x="822960" y="1371600"/>
            <a:ext cx="10545775" cy="548640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6" name="Citation"/>
          <p:cNvSpPr>
            <a:spLocks noGrp="1"/>
          </p:cNvSpPr>
          <p:nvPr>
            <p:ph type="body" sz="quarter" idx="16"/>
          </p:nvPr>
        </p:nvSpPr>
        <p:spPr>
          <a:xfrm>
            <a:off x="822960" y="5806440"/>
            <a:ext cx="10545775" cy="384048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560320"/>
            <a:ext cx="10545775" cy="1463040"/>
          </a:xfrm>
        </p:spPr>
        <p:txBody>
          <a:bodyPr anchor="t" lIns="0" tIns="0" rIns="0" bIns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1" spc="-100">
                <a:solidFill>
                  <a:srgbClr val="0A0A0A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57600"/>
            <a:ext cx="10545775" cy="914400"/>
          </a:xfrm>
        </p:spPr>
        <p:txBody>
          <a:bodyPr anchor="t" lIns="0" tIns="0" rIns="0" bIns="0"/>
          <a:lstStyle>
            <a:lvl1pPr marL="0" indent="0" algn="l">
              <a:spcBef>
                <a:spcPts val="0"/>
              </a:spcBef>
              <a:buNone/>
              <a:defRPr sz="2200" b="0" spc="0">
                <a:solidFill>
                  <a:srgbClr val="6F6F6F"/>
                </a:solidFill>
                <a:latin typeface="Arial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Kicker"/>
          <p:cNvSpPr>
            <a:spLocks noGrp="1"/>
          </p:cNvSpPr>
          <p:nvPr>
            <p:ph type="body" sz="quarter" idx="13"/>
          </p:nvPr>
        </p:nvSpPr>
        <p:spPr>
          <a:xfrm>
            <a:off x="822960" y="2240280"/>
            <a:ext cx="10545775" cy="274320"/>
          </a:xfrm>
        </p:spPr>
        <p:txBody>
          <a:bodyPr lIns="0" tIns="0" rIns="0" bIns="0" anchor="b"/>
          <a:lstStyle>
            <a:lvl1pPr marL="0" indent="0" algn="l">
              <a:spcBef>
                <a:spcPts val="0"/>
              </a:spcBef>
              <a:buNone/>
              <a:defRPr sz="1100" b="1" spc="300" cap="all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Kicker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22960"/>
            <a:ext cx="10545775" cy="548640"/>
          </a:xfrm>
        </p:spPr>
        <p:txBody>
          <a:bodyPr lIns="0" tIns="0" rIns="0" bIns="0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011680"/>
            <a:ext cx="5029200" cy="3749039"/>
          </a:xfrm>
        </p:spPr>
        <p:txBody>
          <a:bodyPr lIns="0" tIns="0" rIns="0" bIns="0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9535" y="2011680"/>
            <a:ext cx="5029200" cy="3749039"/>
          </a:xfrm>
        </p:spPr>
        <p:txBody>
          <a:bodyPr lIns="0" tIns="0" rIns="0" bIns="0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Kicker"/>
          <p:cNvSpPr>
            <a:spLocks noGrp="1"/>
          </p:cNvSpPr>
          <p:nvPr>
            <p:ph type="body" sz="quarter" idx="13"/>
          </p:nvPr>
        </p:nvSpPr>
        <p:spPr>
          <a:xfrm>
            <a:off x="822960" y="502920"/>
            <a:ext cx="10545775" cy="274320"/>
          </a:xfrm>
        </p:spPr>
        <p:txBody>
          <a:bodyPr lIns="0" tIns="0" rIns="0" bIns="0" anchor="b"/>
          <a:lstStyle>
            <a:lvl1pPr marL="0" indent="0" algn="l">
              <a:spcBef>
                <a:spcPts val="0"/>
              </a:spcBef>
              <a:buNone/>
              <a:defRPr sz="1100" b="1" spc="300" cap="all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Kicker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5"/>
          </p:nvPr>
        </p:nvSpPr>
        <p:spPr>
          <a:xfrm>
            <a:off x="822960" y="1371600"/>
            <a:ext cx="10545775" cy="548640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7" name="Citation"/>
          <p:cNvSpPr>
            <a:spLocks noGrp="1"/>
          </p:cNvSpPr>
          <p:nvPr>
            <p:ph type="body" sz="quarter" idx="16"/>
          </p:nvPr>
        </p:nvSpPr>
        <p:spPr>
          <a:xfrm>
            <a:off x="822960" y="5806440"/>
            <a:ext cx="10545775" cy="384048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188720"/>
          </a:xfrm>
        </p:spPr>
        <p:txBody>
          <a:bodyPr lIns="0" tIns="0" rIns="0" bIns="0" anchor="b"/>
          <a:lstStyle>
            <a:lvl1pPr marL="0" indent="0" algn="ctr">
              <a:spcBef>
                <a:spcPts val="0"/>
              </a:spcBef>
              <a:buNone/>
              <a:defRPr sz="6000" b="1" spc="-100">
                <a:solidFill>
                  <a:srgbClr val="0A0A0A"/>
                </a:solidFill>
                <a:latin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83280"/>
            <a:ext cx="10545775" cy="1097280"/>
          </a:xfrm>
        </p:spPr>
        <p:txBody>
          <a:bodyPr anchor="t" lIns="0" tIns="0" rIns="0" bIns="0"/>
          <a:lstStyle>
            <a:lvl1pPr marL="0" indent="0" algn="ctr">
              <a:spcBef>
                <a:spcPts val="0"/>
              </a:spcBef>
              <a:buNone/>
              <a:defRPr sz="2200" b="0" spc="0">
                <a:solidFill>
                  <a:srgbClr val="6F6F6F"/>
                </a:solidFill>
                <a:latin typeface="Arial"/>
              </a:defRPr>
            </a:lvl1pPr>
            <a:lvl2pPr marL="0" indent="0" algn="ctr">
              <a:spcBef>
                <a:spcPts val="1400"/>
              </a:spcBef>
              <a:buNone/>
              <a:defRPr sz="1100" b="1" spc="300" cap="all">
                <a:solidFill>
                  <a:srgbClr val="0A0A0A"/>
                </a:solidFill>
                <a:latin typeface="Arial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4" name="Logo uni-freiburg-wordmark" descr="Logo uni-freiburg-word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532" y="5319064"/>
            <a:ext cx="1985285" cy="243230"/>
          </a:xfrm>
          <a:prstGeom prst="rect">
            <a:avLst/>
          </a:prstGeom>
        </p:spPr>
      </p:pic>
      <p:pic>
        <p:nvPicPr>
          <p:cNvPr id="5" name="Logo enzymeml-logo" descr="Logo enzymeml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2" y="5120640"/>
            <a:ext cx="76730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22960"/>
            <a:ext cx="10545775" cy="548640"/>
          </a:xfrm>
        </p:spPr>
        <p:txBody>
          <a:bodyPr lIns="0" tIns="0" rIns="0" bIns="0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Kicker"/>
          <p:cNvSpPr>
            <a:spLocks noGrp="1"/>
          </p:cNvSpPr>
          <p:nvPr>
            <p:ph type="body" sz="quarter" idx="13"/>
          </p:nvPr>
        </p:nvSpPr>
        <p:spPr>
          <a:xfrm>
            <a:off x="822960" y="502920"/>
            <a:ext cx="10545775" cy="274320"/>
          </a:xfrm>
        </p:spPr>
        <p:txBody>
          <a:bodyPr lIns="0" tIns="0" rIns="0" bIns="0" anchor="b"/>
          <a:lstStyle>
            <a:lvl1pPr marL="0" indent="0" algn="l">
              <a:spcBef>
                <a:spcPts val="0"/>
              </a:spcBef>
              <a:buNone/>
              <a:defRPr sz="1100" b="1" spc="300" cap="all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Kicker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sz="quarter" idx="15"/>
          </p:nvPr>
        </p:nvSpPr>
        <p:spPr>
          <a:xfrm>
            <a:off x="822960" y="1371600"/>
            <a:ext cx="10545775" cy="548640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5" name="Citation"/>
          <p:cNvSpPr>
            <a:spLocks noGrp="1"/>
          </p:cNvSpPr>
          <p:nvPr>
            <p:ph type="body" sz="quarter" idx="16"/>
          </p:nvPr>
        </p:nvSpPr>
        <p:spPr>
          <a:xfrm>
            <a:off x="822960" y="5806440"/>
            <a:ext cx="10545775" cy="384048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tation"/>
          <p:cNvSpPr>
            <a:spLocks noGrp="1"/>
          </p:cNvSpPr>
          <p:nvPr>
            <p:ph type="body" sz="quarter" idx="16"/>
          </p:nvPr>
        </p:nvSpPr>
        <p:spPr>
          <a:xfrm>
            <a:off x="822960" y="5806440"/>
            <a:ext cx="10545775" cy="384048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22960"/>
            <a:ext cx="10545775" cy="548640"/>
          </a:xfrm>
        </p:spPr>
        <p:txBody>
          <a:bodyPr anchor="t" lIns="0" tIns="0" rIns="0" bIns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22960" y="2011680"/>
            <a:ext cx="10545775" cy="3200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303520"/>
            <a:ext cx="10545775" cy="457200"/>
          </a:xfrm>
        </p:spPr>
        <p:txBody>
          <a:bodyPr lIns="0" tIns="0" rIns="0" bIns="0" anchor="t"/>
          <a:lstStyle>
            <a:lvl1pPr marL="274320" indent="-274320" algn="l">
              <a:spcBef>
                <a:spcPts val="200"/>
              </a:spcBef>
              <a:buFont typeface="Arial"/>
              <a:buChar char="•"/>
              <a:defRPr sz="1400" b="0" spc="0">
                <a:solidFill>
                  <a:srgbClr val="0A0A0A"/>
                </a:solidFill>
                <a:latin typeface="Arial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Kicker"/>
          <p:cNvSpPr>
            <a:spLocks noGrp="1"/>
          </p:cNvSpPr>
          <p:nvPr>
            <p:ph type="body" sz="quarter" idx="13"/>
          </p:nvPr>
        </p:nvSpPr>
        <p:spPr>
          <a:xfrm>
            <a:off x="822960" y="502920"/>
            <a:ext cx="10545775" cy="274320"/>
          </a:xfrm>
        </p:spPr>
        <p:txBody>
          <a:bodyPr lIns="0" tIns="0" rIns="0" bIns="0" anchor="b"/>
          <a:lstStyle>
            <a:lvl1pPr marL="0" indent="0" algn="l">
              <a:spcBef>
                <a:spcPts val="0"/>
              </a:spcBef>
              <a:buNone/>
              <a:defRPr sz="1100" b="1" spc="300" cap="all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Kicker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5"/>
          </p:nvPr>
        </p:nvSpPr>
        <p:spPr>
          <a:xfrm>
            <a:off x="822960" y="1371600"/>
            <a:ext cx="10545775" cy="548640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Subtitle</a:t>
            </a:r>
          </a:p>
        </p:txBody>
      </p:sp>
      <p:sp>
        <p:nvSpPr>
          <p:cNvPr id="7" name="Citation"/>
          <p:cNvSpPr>
            <a:spLocks noGrp="1"/>
          </p:cNvSpPr>
          <p:nvPr>
            <p:ph type="body" sz="quarter" idx="16"/>
          </p:nvPr>
        </p:nvSpPr>
        <p:spPr>
          <a:xfrm>
            <a:off x="822960" y="5806440"/>
            <a:ext cx="10545775" cy="384048"/>
          </a:xfr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spc="0">
                <a:solidFill>
                  <a:srgbClr val="6F6F6F"/>
                </a:solidFill>
                <a:latin typeface="Arial"/>
              </a:defRPr>
            </a:lvl1pPr>
          </a:lstStyle>
          <a:p>
            <a:r>
              <a:rPr lang="en-GB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822960"/>
            <a:ext cx="10545775" cy="82296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011680"/>
            <a:ext cx="10545775" cy="374903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4" name="Logo uni-freiburg-wordmark" descr="Logo uni-freiburg-wordmar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60" y="6397873"/>
            <a:ext cx="794114" cy="97292"/>
          </a:xfrm>
          <a:prstGeom prst="rect">
            <a:avLst/>
          </a:prstGeom>
        </p:spPr>
      </p:pic>
      <p:pic>
        <p:nvPicPr>
          <p:cNvPr id="5" name="Logo enzymeml-logo" descr="Logo enzymeml-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7891" y="6318504"/>
            <a:ext cx="306920" cy="256032"/>
          </a:xfrm>
          <a:prstGeom prst="rect">
            <a:avLst/>
          </a:prstGeom>
        </p:spPr>
      </p:pic>
      <p:sp>
        <p:nvSpPr>
          <p:cNvPr id="6" name="Footer text"/>
          <p:cNvSpPr txBox="1"/>
          <p:nvPr userDrawn="1"/>
        </p:nvSpPr>
        <p:spPr>
          <a:xfrm>
            <a:off x="2339132" y="630936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900" b="0" spc="40">
                <a:solidFill>
                  <a:srgbClr val="6F6F6F"/>
                </a:solidFill>
                <a:latin typeface="Arial"/>
              </a:rPr>
              <a:t>7th EnzymeML Workshop · Rüdesheim 2026</a:t>
            </a:r>
          </a:p>
        </p:txBody>
      </p:sp>
      <p:sp>
        <p:nvSpPr>
          <p:cNvPr id="7" name="Slide number"/>
          <p:cNvSpPr txBox="1"/>
          <p:nvPr userDrawn="1"/>
        </p:nvSpPr>
        <p:spPr>
          <a:xfrm>
            <a:off x="10454335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6F15528-21DE-4FAA-801E-634DDDAF4B2B}" type="slidenum">
              <a:rPr lang="en-GB" sz="900" b="1" spc="0">
                <a:solidFill>
                  <a:srgbClr val="0A0A0A"/>
                </a:solidFill>
                <a:latin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0" r:id="rId2"/>
    <p:sldLayoutId id="2147483657" r:id="rId9"/>
    <p:sldLayoutId id="2147483652" r:id="rId4"/>
    <p:sldLayoutId id="2147483654" r:id="rId6"/>
    <p:sldLayoutId id="2147483655" r:id="rId7"/>
    <p:sldLayoutId id="2147483653" r:id="rId5"/>
  </p:sldLayoutIdLst>
  <p:txStyles>
    <p:titleStyle>
      <a:lvl1pPr marL="0" indent="0" algn="l">
        <a:lnSpc>
          <a:spcPct val="92000"/>
        </a:lnSpc>
        <a:spcBef>
          <a:spcPts val="0"/>
        </a:spcBef>
        <a:buNone/>
        <a:defRPr sz="3400" b="1" spc="-60">
          <a:solidFill>
            <a:srgbClr val="0A0A0A"/>
          </a:solidFill>
          <a:latin typeface="Arial"/>
        </a:defRPr>
      </a:lvl1pPr>
    </p:titleStyle>
    <p:bodyStyle>
      <a:lvl1pPr marL="274320" indent="-274320" algn="l">
        <a:lnSpc>
          <a:spcPct val="105000"/>
        </a:lnSpc>
        <a:spcBef>
          <a:spcPts val="1000"/>
        </a:spcBef>
        <a:buFont typeface="Arial"/>
        <a:buChar char="•"/>
        <a:defRPr sz="2000" b="0" spc="0">
          <a:solidFill>
            <a:srgbClr val="0A0A0A"/>
          </a:solidFill>
          <a:latin typeface="Arial"/>
        </a:defRPr>
      </a:lvl1pPr>
      <a:lvl2pPr marL="548640" indent="-274320" algn="l">
        <a:spcBef>
          <a:spcPts val="600"/>
        </a:spcBef>
        <a:buFont typeface="Arial"/>
        <a:buChar char="•"/>
        <a:defRPr sz="1600" b="0" spc="0">
          <a:solidFill>
            <a:srgbClr val="6F6F6F"/>
          </a:solidFill>
          <a:latin typeface="Arial"/>
        </a:defRPr>
      </a:lvl2pPr>
      <a:lvl3pPr marL="822959" indent="-274320" algn="l">
        <a:spcBef>
          <a:spcPts val="400"/>
        </a:spcBef>
        <a:buFont typeface="Arial"/>
        <a:buChar char="•"/>
        <a:defRPr sz="1400" b="0" spc="0">
          <a:solidFill>
            <a:srgbClr val="6F6F6F"/>
          </a:solidFill>
          <a:latin typeface="Arial"/>
        </a:defRPr>
      </a:lvl3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Black and white">
      <a:dk1>
        <a:srgbClr val="0A0A0A"/>
      </a:dk1>
      <a:lt1>
        <a:srgbClr val="FFFFFF"/>
      </a:lt1>
      <a:dk2>
        <a:srgbClr val="0A0A0A"/>
      </a:dk2>
      <a:lt2>
        <a:srgbClr val="F2F2F2"/>
      </a:lt2>
      <a:accent1>
        <a:srgbClr val="0A0A0A"/>
      </a:accent1>
      <a:accent2>
        <a:srgbClr val="6F6F6F"/>
      </a:accent2>
      <a:accent3>
        <a:srgbClr val="A6A6A6"/>
      </a:accent3>
      <a:accent4>
        <a:srgbClr val="404040"/>
      </a:accent4>
      <a:accent5>
        <a:srgbClr val="8C8C8C"/>
      </a:accent5>
      <a:accent6>
        <a:srgbClr val="D9D9D9"/>
      </a:accent6>
      <a:hlink>
        <a:srgbClr val="0A0A0A"/>
      </a:hlink>
      <a:folHlink>
        <a:srgbClr val="6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measurement to kinetic modelling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