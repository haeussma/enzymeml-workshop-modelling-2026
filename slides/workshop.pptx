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github.com/haeussma/enzymeml-workshop-modelling-2026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github.com/haeussma/enzymeml-workshop-modelling-2026</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