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Goal: </a:t>
            </a:r>
            <a:r>
              <a:rPr/>
              <a:t>an EnzymeML document with the calibrated Neu5Ac time course of every reaction</a:t>
            </a:r>
          </a:p>
          <a:p>
            <a:r>
              <a:rPr b="1"/>
              <a:t>Your decision: </a:t>
            </a:r>
            <a:r>
              <a:rPr/>
              <a:t>the Neu5Ac retention window, different in standards and reactions</a:t>
            </a:r>
          </a:p>
          <a:p>
            <a:pPr marL="0" indent="0">
              <a:buNone/>
            </a:pPr>
            <a:r>
              <a:rPr b="1"/>
              <a:t>Questions to answer</a:t>
            </a:r>
          </a:p>
          <a:p>
            <a:r>
              <a:rPr/>
              <a:t>How many reactions and standards are in the data, and what was varied?</a:t>
            </a:r>
          </a:p>
          <a:p>
            <a:r>
              <a:rPr/>
              <a:t>Where does Neu5Ac elute, in the standards and in the reactions?</a:t>
            </a:r>
          </a:p>
          <a:p>
            <a:r>
              <a:rPr/>
              <a:t>What is the calibration slope, and how well does the line fit?</a:t>
            </a:r>
          </a:p>
          <a:p>
            <a:r>
              <a:rPr/>
              <a:t>Does every reaction have all its time points, and which reactions form product?</a:t>
            </a:r>
          </a:p>
        </p:txBody>
      </p:sp>
      <p:sp>
        <p:nvSpPr>
          <p:cNvPr id="4" name="Text Placeholder 3"/>
          <p:cNvSpPr>
            <a:spLocks noGrp="1"/>
          </p:cNvSpPr>
          <p:nvPr>
            <p:ph type="body" idx="13" sz="quarter"/>
          </p:nvPr>
        </p:nvSpPr>
        <p:spPr/>
        <p:txBody>
          <a:bodyPr/>
          <a:lstStyle/>
          <a:p>
            <a:r>
              <a:rPr/>
              <a:t>Task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pPr marL="0" indent="0">
              <a:buNone/>
            </a:pPr>
            <a:r>
              <a:rPr b="1"/>
              <a:t>Questions to answer</a:t>
            </a:r>
          </a:p>
          <a:p>
            <a:r>
              <a:rPr/>
              <a:t>What are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and how uncertain is each?</a:t>
            </a:r>
          </a:p>
          <a:p>
            <a:r>
              <a:rPr/>
              <a:t>Do the two chains agree, and were there divergences?</a:t>
            </a:r>
          </a:p>
          <a:p>
            <a:r>
              <a:rPr/>
              <a:t>Is the posterior clear of the prior bounds, or does a bound decide the answer?</a:t>
            </a:r>
          </a:p>
          <a:p>
            <a:r>
              <a:rPr/>
              <a:t>Does one model describe both series?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