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60520"/>
            <a:ext cx="10545775" cy="146304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2960" y="3840480"/>
            <a:ext cx="833018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22960" y="373075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53144" y="373075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3913632"/>
            <a:ext cx="8330183" cy="274320"/>
          </a:xfrm>
          <a:prstGeom prst="rect">
            <a:avLst/>
          </a:prstGeom>
          <a:noFill/>
        </p:spPr>
        <p:txBody>
          <a:bodyPr wrap="square" lIns="0" rIns="0" tIns="0" bIns="0">
            <a:spAutoFit/>
          </a:bodyPr>
          <a:lstStyle/>
          <a:p>
            <a:pPr algn="ctr"/>
            <a:r>
              <a:rPr sz="1200">
                <a:solidFill>
                  <a:srgbClr val="0A0A0A"/>
                </a:solidFill>
              </a:rPr>
              <a:t>the hurdles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github.com/haeussma/enzymeml-workshop-modelling-2026 · start with the README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github.com/haeussma/enzymeml-workshop-modelling-2026</a:t>
            </a:r>
          </a:p>
          <a:p>
            <a:pPr lvl="1"/>
            <a:r>
              <a:t>Max Häußler · University of Freiburg</a:t>
            </a:r>
          </a:p>
        </p:txBody>
      </p:sp>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