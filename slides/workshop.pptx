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github.com/haeussma/enzymeml-workshop-modelling-2026 · start with the README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github.com/haeussma/enzymeml-workshop-modelling-2026</a:t>
            </a:r>
          </a:p>
          <a:p>
            <a:pPr lvl="1"/>
            <a:r>
              <a:t>Max Häußler · University of Freiburg</a:t>
            </a:r>
          </a:p>
        </p:txBody>
      </p:sp>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