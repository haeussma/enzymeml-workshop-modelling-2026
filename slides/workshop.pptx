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Let the assistant read the data and answer the first question; show the peak plot. Accept the calibration explicitly ('my decision, not the assistant's'). Deliberate mistake: when asked for the reaction window, say 'the same as the standards'; chromhandler warns 'No peaks found for Neu5Ac', the document has no Neu5Ac values. Say why (the shift on the peak plot), correct it, continue. The questions on the slide are what every pair answers; we compare at 11:25.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3" name="Content Placeholder 2"/>
          <p:cNvSpPr>
            <a:spLocks noGrp="1"/>
          </p:cNvSpPr>
          <p:nvPr>
            <p:ph idx="1"/>
          </p:nvPr>
        </p:nvSpPr>
        <p:spPr/>
        <p:txBody>
          <a:bodyPr/>
          <a:lstStyle/>
          <a:p>
            <a:r>
              <a:rPr b="1"/>
              <a:t>Goal: </a:t>
            </a:r>
            <a:r>
              <a:rPr/>
              <a:t>an EnzymeML document with the calibrated Neu5Ac time course of every reaction</a:t>
            </a:r>
          </a:p>
          <a:p>
            <a:r>
              <a:rPr b="1"/>
              <a:t>Your decision: </a:t>
            </a:r>
            <a:r>
              <a:rPr/>
              <a:t>the Neu5Ac retention window, different in standards and reactions</a:t>
            </a:r>
          </a:p>
          <a:p>
            <a:pPr marL="0" indent="0">
              <a:buNone/>
            </a:pPr>
            <a:r>
              <a:rPr b="1"/>
              <a:t>Questions to answer</a:t>
            </a:r>
          </a:p>
          <a:p>
            <a:r>
              <a:rPr/>
              <a:t>How many reactions and standards are in the data, and what was varied?</a:t>
            </a:r>
          </a:p>
          <a:p>
            <a:r>
              <a:rPr/>
              <a:t>Where does Neu5Ac elute, in the standards and in the reactions?</a:t>
            </a:r>
          </a:p>
          <a:p>
            <a:r>
              <a:rPr/>
              <a:t>What is the calibration slope, and how well does the line fit?</a:t>
            </a:r>
          </a:p>
          <a:p>
            <a:r>
              <a:rPr/>
              <a:t>Does every reaction have all its time points, and which reactions form product?</a:t>
            </a:r>
          </a:p>
        </p:txBody>
      </p:sp>
      <p:sp>
        <p:nvSpPr>
          <p:cNvPr id="4" name="Text Placeholder 3"/>
          <p:cNvSpPr>
            <a:spLocks noGrp="1"/>
          </p:cNvSpPr>
          <p:nvPr>
            <p:ph type="body" idx="13" sz="quarter"/>
          </p:nvPr>
        </p:nvSpPr>
        <p:spPr/>
        <p:txBody>
          <a:bodyPr/>
          <a:lstStyle/>
          <a:p>
            <a:r>
              <a:rPr/>
              <a:t>Task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pPr marL="0" indent="0">
              <a:buNone/>
            </a:pPr>
            <a:r>
              <a:rPr b="1"/>
              <a:t>Questions to answer</a:t>
            </a:r>
          </a:p>
          <a:p>
            <a:r>
              <a:rPr/>
              <a:t>What are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and how uncertain is each?</a:t>
            </a:r>
          </a:p>
          <a:p>
            <a:r>
              <a:rPr/>
              <a:t>Do the two chains agree, and were there divergences?</a:t>
            </a:r>
          </a:p>
          <a:p>
            <a:r>
              <a:rPr/>
              <a:t>Is the posterior clear of the prior bounds, or does a bound decide the answer?</a:t>
            </a:r>
          </a:p>
          <a:p>
            <a:r>
              <a:rPr/>
              <a:t>Does one model describe both series?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