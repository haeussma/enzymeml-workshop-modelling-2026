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sz="half"/>
          </p:nvPr>
        </p:nvSpPr>
        <p:spPr/>
        <p:txBody>
          <a:bodyPr/>
          <a:lstStyle/>
          <a:p>
            <a:pPr marL="0" indent="0">
              <a:buNone/>
            </a:pPr>
            <a:r>
              <a:rPr b="1"/>
              <a:t>Tasks</a:t>
            </a:r>
          </a:p>
          <a:p>
            <a:r>
              <a:rPr/>
              <a:t>Plot the data</a:t>
            </a:r>
          </a:p>
          <a:p>
            <a:r>
              <a:rPr/>
              <a:t>Check how the kinetic assay was designed</a:t>
            </a:r>
          </a:p>
          <a:p>
            <a:r>
              <a:rPr/>
              <a:t>Calibrate: the calibration parameters</a:t>
            </a:r>
          </a:p>
          <a:p>
            <a:r>
              <a:rPr/>
              <a:t>Assign the product peak in the reactions</a:t>
            </a:r>
          </a:p>
          <a:p>
            <a:r>
              <a:rPr/>
              <a:t>Export the EnzymeML document</a:t>
            </a:r>
          </a:p>
          <a:p>
            <a:r>
              <a:rPr b="1"/>
              <a:t>Details: </a:t>
            </a:r>
            <a:r>
              <a:rPr/>
              <a:t>README, section Task 1</a:t>
            </a:r>
          </a:p>
        </p:txBody>
      </p:sp>
      <p:sp>
        <p:nvSpPr>
          <p:cNvPr id="4" name="Content Placeholder 3"/>
          <p:cNvSpPr>
            <a:spLocks noGrp="1"/>
          </p:cNvSpPr>
          <p:nvPr>
            <p:ph idx="2" sz="half"/>
          </p:nvPr>
        </p:nvSpPr>
        <p:spPr/>
        <p:txBody>
          <a:bodyPr/>
          <a:lstStyle/>
          <a:p>
            <a:pPr marL="0" indent="0">
              <a:buNone/>
            </a:pPr>
            <a:r>
              <a:rPr b="1"/>
              <a:t>How to do it</a:t>
            </a:r>
          </a:p>
          <a:p>
            <a:r>
              <a:rPr b="1"/>
              <a:t>Coding assistant on your computer: </a:t>
            </a:r>
            <a:r>
              <a:rPr/>
              <a:t>the cards in briefs/</a:t>
            </a:r>
          </a:p>
          <a:p>
            <a:r>
              <a:rPr b="1"/>
              <a:t>Chat assistant only: </a:t>
            </a:r>
            <a:r>
              <a:rPr/>
              <a:t>the Colab starter notebook</a:t>
            </a:r>
          </a:p>
          <a:p>
            <a:r>
              <a:rPr b="1"/>
              <a:t>No assistant that runs code? </a:t>
            </a:r>
            <a:r>
              <a:rPr/>
              <a:t>team up</a:t>
            </a:r>
          </a:p>
          <a:p>
            <a:r>
              <a:rPr b="1"/>
              <a:t>Details: </a:t>
            </a:r>
            <a:r>
              <a:rPr/>
              <a:t>README, section How to do it</a:t>
            </a:r>
          </a:p>
          <a:p>
            <a:r>
              <a:rPr b="1"/>
              <a:t>Repository: </a:t>
            </a:r>
            <a:r>
              <a:rPr/>
              <a:t>tinyurl.com/enzymeml2026</a:t>
            </a:r>
          </a:p>
        </p:txBody>
      </p:sp>
      <p:sp>
        <p:nvSpPr>
          <p:cNvPr id="5" name="Text Placeholder 4"/>
          <p:cNvSpPr>
            <a:spLocks noGrp="1"/>
          </p:cNvSpPr>
          <p:nvPr>
            <p:ph type="body" idx="13" sz="quarter"/>
          </p:nvPr>
        </p:nvSpPr>
        <p:spPr/>
        <p:txBody>
          <a:bodyPr/>
          <a:lstStyle/>
          <a:p>
            <a:r>
              <a:rPr/>
              <a:t>Task 1</a:t>
            </a:r>
          </a:p>
        </p:txBody>
      </p:sp>
      <p:sp>
        <p:nvSpPr>
          <p:cNvPr id="6" name="Text Placeholder 5"/>
          <p:cNvSpPr>
            <a:spLocks noGrp="1"/>
          </p:cNvSpPr>
          <p:nvPr>
            <p:ph type="body" idx="15" sz="quarter"/>
          </p:nvPr>
        </p:nvSpPr>
        <p:spPr/>
        <p:txBody>
          <a:bodyPr/>
          <a:lstStyle/>
          <a:p>
            <a:r>
              <a:rPr/>
              <a:t>Result: an EnzymeML document with the Neu5Ac time course of every reaction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sz="half"/>
          </p:nvPr>
        </p:nvSpPr>
        <p:spPr/>
        <p:txBody>
          <a:bodyPr/>
          <a:lstStyle/>
          <a:p>
            <a:pPr marL="0" indent="0">
              <a:buNone/>
            </a:pPr>
            <a:r>
              <a:rPr b="1"/>
              <a:t>Tasks</a:t>
            </a:r>
          </a:p>
          <a:p>
            <a:r>
              <a:rPr/>
              <a:t>Plot the time courses</a:t>
            </a:r>
          </a:p>
          <a:p>
            <a:r>
              <a:rPr/>
              <a:t>Define the model and the priors</a:t>
            </a:r>
          </a:p>
          <a:p>
            <a:r>
              <a:rPr/>
              <a:t>Infer the kinetic parameters and their uncertainty</a:t>
            </a:r>
          </a:p>
          <a:p>
            <a:r>
              <a:rPr/>
              <a:t>The correlation between the kinetic parameters</a:t>
            </a:r>
          </a:p>
          <a:p>
            <a:r>
              <a:rPr/>
              <a:t>Does one model describe both series?</a:t>
            </a:r>
          </a:p>
          <a:p>
            <a:r>
              <a:rPr b="1"/>
              <a:t>Details: </a:t>
            </a:r>
            <a:r>
              <a:rPr/>
              <a:t>README, section Task 2</a:t>
            </a:r>
          </a:p>
        </p:txBody>
      </p:sp>
      <p:sp>
        <p:nvSpPr>
          <p:cNvPr id="4" name="Content Placeholder 3"/>
          <p:cNvSpPr>
            <a:spLocks noGrp="1"/>
          </p:cNvSpPr>
          <p:nvPr>
            <p:ph idx="2" sz="half"/>
          </p:nvPr>
        </p:nvSpPr>
        <p:spPr/>
        <p:txBody>
          <a:bodyPr/>
          <a:lstStyle/>
          <a:p>
            <a:pPr marL="0" indent="0">
              <a:buNone/>
            </a:pPr>
            <a:r>
              <a:rPr b="1"/>
              <a:t>How to do it</a:t>
            </a:r>
          </a:p>
          <a:p>
            <a:r>
              <a:rPr b="1"/>
              <a:t>Coding assistant on your computer: </a:t>
            </a:r>
            <a:r>
              <a:rPr/>
              <a:t>the cards in briefs/</a:t>
            </a:r>
          </a:p>
          <a:p>
            <a:r>
              <a:rPr b="1"/>
              <a:t>Chat assistant only: </a:t>
            </a:r>
            <a:r>
              <a:rPr/>
              <a:t>the Colab starter notebook</a:t>
            </a:r>
          </a:p>
          <a:p>
            <a:r>
              <a:rPr b="1"/>
              <a:t>No assistant that runs code? </a:t>
            </a:r>
            <a:r>
              <a:rPr/>
              <a:t>team up</a:t>
            </a:r>
          </a:p>
          <a:p>
            <a:r>
              <a:rPr b="1"/>
              <a:t>Details: </a:t>
            </a:r>
            <a:r>
              <a:rPr/>
              <a:t>README, section How to do it</a:t>
            </a:r>
          </a:p>
          <a:p>
            <a:r>
              <a:rPr b="1"/>
              <a:t>Repository: </a:t>
            </a:r>
            <a:r>
              <a:rPr/>
              <a:t>tinyurl.com/enzymeml2026</a:t>
            </a:r>
          </a:p>
        </p:txBody>
      </p:sp>
      <p:sp>
        <p:nvSpPr>
          <p:cNvPr id="5" name="Text Placeholder 4"/>
          <p:cNvSpPr>
            <a:spLocks noGrp="1"/>
          </p:cNvSpPr>
          <p:nvPr>
            <p:ph type="body" idx="13" sz="quarter"/>
          </p:nvPr>
        </p:nvSpPr>
        <p:spPr/>
        <p:txBody>
          <a:bodyPr/>
          <a:lstStyle/>
          <a:p>
            <a:r>
              <a:rPr/>
              <a:t>Task 2</a:t>
            </a:r>
          </a:p>
        </p:txBody>
      </p:sp>
      <p:sp>
        <p:nvSpPr>
          <p:cNvPr id="6" name="Text Placeholder 5"/>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