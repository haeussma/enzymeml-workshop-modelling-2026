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2 min, then this slide stays on the projector. Task 1 with Chromhandler, task 2 with Catalax; the README has the detailed tasks (what to look for in the data) and the three ways to work. Live demo of task 1 first (9:15), hands-on from 9:30, break 10:15, demo of task 2 10:30, hands-on 10:40, comparison of everybody's parameters at 11:25. Those without an assistant that runs code team up; those stuck in task 1 start task 2 from the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repository</a:t>
            </a:r>
          </a:p>
        </p:txBody>
      </p:sp>
      <p:sp>
        <p:nvSpPr>
          <p:cNvPr id="3" name="Content Placeholder 2"/>
          <p:cNvSpPr>
            <a:spLocks noGrp="1"/>
          </p:cNvSpPr>
          <p:nvPr>
            <p:ph idx="1" sz="half"/>
          </p:nvPr>
        </p:nvSpPr>
        <p:spPr/>
        <p:txBody>
          <a:bodyPr/>
          <a:lstStyle/>
          <a:p>
            <a:pPr marL="0" indent="0">
              <a:buNone/>
            </a:pPr>
            <a:r>
              <a:rPr b="1"/>
              <a:t>Tasks</a:t>
            </a:r>
          </a:p>
          <a:p>
            <a:r>
              <a:rPr b="1"/>
              <a:t>Task 1 · chromatograms to EnzymeML: </a:t>
            </a:r>
            <a:r>
              <a:rPr/>
              <a:t>plot the data, check the assay design, calibrate, export the document</a:t>
            </a:r>
          </a:p>
          <a:p>
            <a:r>
              <a:rPr b="1"/>
              <a:t>Task 2 · kinetic parameters: </a:t>
            </a:r>
            <a:r>
              <a:rPr/>
              <a:t>infer </a:t>
            </a:r>
            <a:r>
              <a:rPr i="1"/>
              <a:t>k</a:t>
            </a:r>
            <a:r>
              <a:rPr baseline="-25000"/>
              <a:t>cat</a:t>
            </a:r>
            <a:r>
              <a:rPr/>
              <a:t> and </a:t>
            </a:r>
            <a:r>
              <a:rPr i="1"/>
              <a:t>K</a:t>
            </a:r>
            <a:r>
              <a:rPr i="1" baseline="-25000"/>
              <a:t>M</a:t>
            </a:r>
            <a:r>
              <a:rPr/>
              <a:t> with their uncertainty and correlation; does the model describe the data?</a:t>
            </a:r>
          </a:p>
          <a:p>
            <a:r>
              <a:rPr b="1"/>
              <a:t>At the end </a:t>
            </a:r>
            <a:r>
              <a:rPr/>
              <a:t>we compare everybody's parameters</a:t>
            </a:r>
          </a:p>
        </p:txBody>
      </p:sp>
      <p:sp>
        <p:nvSpPr>
          <p:cNvPr id="4" name="Content Placeholder 3"/>
          <p:cNvSpPr>
            <a:spLocks noGrp="1"/>
          </p:cNvSpPr>
          <p:nvPr>
            <p:ph idx="2" sz="half"/>
          </p:nvPr>
        </p:nvSpPr>
        <p:spPr/>
        <p:txBody>
          <a:bodyPr/>
          <a:lstStyle/>
          <a:p>
            <a:pPr marL="0" indent="0">
              <a:buNone/>
            </a:pPr>
            <a:r>
              <a:rPr b="1"/>
              <a:t>How to get started</a:t>
            </a:r>
          </a:p>
          <a:p>
            <a:r>
              <a:rPr b="1"/>
              <a:t>Coding assistant on your computer: </a:t>
            </a:r>
            <a:r>
              <a:rPr/>
              <a:t>give it the cards in briefs/</a:t>
            </a:r>
          </a:p>
          <a:p>
            <a:r>
              <a:rPr b="1"/>
              <a:t>Chat assistant only: </a:t>
            </a:r>
            <a:r>
              <a:rPr/>
              <a:t>the Colab starter notebook</a:t>
            </a:r>
          </a:p>
          <a:p>
            <a:r>
              <a:rPr b="1"/>
              <a:t>No assistant that runs code? </a:t>
            </a:r>
            <a:r>
              <a:rPr/>
              <a:t>team up</a:t>
            </a:r>
          </a:p>
          <a:p>
            <a:r>
              <a:rPr b="1"/>
              <a:t>Details: </a:t>
            </a:r>
            <a:r>
              <a:rPr/>
              <a:t>README, sections How to do it, Task 1, Task 2</a:t>
            </a:r>
          </a:p>
        </p:txBody>
      </p:sp>
      <p:sp>
        <p:nvSpPr>
          <p:cNvPr id="5" name="Text Placeholder 4"/>
          <p:cNvSpPr>
            <a:spLocks noGrp="1"/>
          </p:cNvSpPr>
          <p:nvPr>
            <p:ph type="body" idx="13" sz="quarter"/>
          </p:nvPr>
        </p:nvSpPr>
        <p:spPr/>
        <p:txBody>
          <a:bodyPr/>
          <a:lstStyle/>
          <a:p>
            <a:r>
              <a:rPr/>
              <a:t>Hands-on</a:t>
            </a:r>
          </a:p>
        </p:txBody>
      </p:sp>
      <p:sp>
        <p:nvSpPr>
          <p:cNvPr id="6" name="Text Placeholder 5"/>
          <p:cNvSpPr>
            <a:spLocks noGrp="1"/>
          </p:cNvSpPr>
          <p:nvPr>
            <p:ph type="body" idx="15" sz="quarter"/>
          </p:nvPr>
        </p:nvSpPr>
        <p:spPr/>
        <p:txBody>
          <a:bodyPr/>
          <a:lstStyle/>
          <a:p>
            <a:r>
              <a:rPr/>
              <a:t>Everything is in the README: tinyurl.com/enzymeml2026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